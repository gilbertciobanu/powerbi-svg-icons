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65" r:id="rId2"/>
    <p:sldId id="264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1DE7980-3CC5-49F4-9346-0330CB16EB3A}" v="17" dt="2026-03-09T19:41:21.63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581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4020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notesMaster" Target="notesMasters/notes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ilbert Ciobanu" userId="42460b88-6d10-482a-af50-ac0907822f5a" providerId="ADAL" clId="{4AC046F7-7076-41E3-9B97-09D373CE85C2}"/>
    <pc:docChg chg="undo custSel addSld delSld modSld sldOrd">
      <pc:chgData name="Gilbert Ciobanu" userId="42460b88-6d10-482a-af50-ac0907822f5a" providerId="ADAL" clId="{4AC046F7-7076-41E3-9B97-09D373CE85C2}" dt="2026-03-09T19:41:21.639" v="1668" actId="164"/>
      <pc:docMkLst>
        <pc:docMk/>
      </pc:docMkLst>
      <pc:sldChg chg="addSp delSp modSp del mod">
        <pc:chgData name="Gilbert Ciobanu" userId="42460b88-6d10-482a-af50-ac0907822f5a" providerId="ADAL" clId="{4AC046F7-7076-41E3-9B97-09D373CE85C2}" dt="2026-03-08T22:09:43.022" v="827" actId="47"/>
        <pc:sldMkLst>
          <pc:docMk/>
          <pc:sldMk cId="154827520" sldId="257"/>
        </pc:sldMkLst>
      </pc:sldChg>
      <pc:sldChg chg="addSp delSp modSp del mod">
        <pc:chgData name="Gilbert Ciobanu" userId="42460b88-6d10-482a-af50-ac0907822f5a" providerId="ADAL" clId="{4AC046F7-7076-41E3-9B97-09D373CE85C2}" dt="2026-03-08T22:09:39.474" v="826" actId="47"/>
        <pc:sldMkLst>
          <pc:docMk/>
          <pc:sldMk cId="921865590" sldId="258"/>
        </pc:sldMkLst>
        <pc:picChg chg="add mod">
          <ac:chgData name="Gilbert Ciobanu" userId="42460b88-6d10-482a-af50-ac0907822f5a" providerId="ADAL" clId="{4AC046F7-7076-41E3-9B97-09D373CE85C2}" dt="2026-03-08T20:41:09.136" v="565" actId="1076"/>
          <ac:picMkLst>
            <pc:docMk/>
            <pc:sldMk cId="921865590" sldId="258"/>
            <ac:picMk id="18" creationId="{23CE9CF0-BBC5-B412-454C-80141449F4EA}"/>
          </ac:picMkLst>
        </pc:picChg>
      </pc:sldChg>
      <pc:sldChg chg="delSp modSp del mod">
        <pc:chgData name="Gilbert Ciobanu" userId="42460b88-6d10-482a-af50-ac0907822f5a" providerId="ADAL" clId="{4AC046F7-7076-41E3-9B97-09D373CE85C2}" dt="2026-03-08T22:36:50.743" v="1068" actId="47"/>
        <pc:sldMkLst>
          <pc:docMk/>
          <pc:sldMk cId="1277999595" sldId="259"/>
        </pc:sldMkLst>
      </pc:sldChg>
      <pc:sldChg chg="addSp delSp modSp del mod">
        <pc:chgData name="Gilbert Ciobanu" userId="42460b88-6d10-482a-af50-ac0907822f5a" providerId="ADAL" clId="{4AC046F7-7076-41E3-9B97-09D373CE85C2}" dt="2026-03-08T22:36:46.591" v="1067" actId="47"/>
        <pc:sldMkLst>
          <pc:docMk/>
          <pc:sldMk cId="2631550974" sldId="260"/>
        </pc:sldMkLst>
        <pc:spChg chg="add del mod">
          <ac:chgData name="Gilbert Ciobanu" userId="42460b88-6d10-482a-af50-ac0907822f5a" providerId="ADAL" clId="{4AC046F7-7076-41E3-9B97-09D373CE85C2}" dt="2026-03-08T22:26:07.039" v="884" actId="21"/>
          <ac:spMkLst>
            <pc:docMk/>
            <pc:sldMk cId="2631550974" sldId="260"/>
            <ac:spMk id="14" creationId="{81E74381-C64E-21E2-4418-72F069CF8B24}"/>
          </ac:spMkLst>
        </pc:spChg>
        <pc:picChg chg="add del mod">
          <ac:chgData name="Gilbert Ciobanu" userId="42460b88-6d10-482a-af50-ac0907822f5a" providerId="ADAL" clId="{4AC046F7-7076-41E3-9B97-09D373CE85C2}" dt="2026-03-08T18:42:59.699" v="488" actId="478"/>
          <ac:picMkLst>
            <pc:docMk/>
            <pc:sldMk cId="2631550974" sldId="260"/>
            <ac:picMk id="4" creationId="{BF9DE9C8-A31B-437C-344B-975F529CC439}"/>
          </ac:picMkLst>
        </pc:picChg>
        <pc:picChg chg="add del mod">
          <ac:chgData name="Gilbert Ciobanu" userId="42460b88-6d10-482a-af50-ac0907822f5a" providerId="ADAL" clId="{4AC046F7-7076-41E3-9B97-09D373CE85C2}" dt="2026-03-08T18:45:17.209" v="492" actId="478"/>
          <ac:picMkLst>
            <pc:docMk/>
            <pc:sldMk cId="2631550974" sldId="260"/>
            <ac:picMk id="8" creationId="{09169F91-0D25-B7AA-8DC9-C0E64760B90B}"/>
          </ac:picMkLst>
        </pc:picChg>
        <pc:picChg chg="add del mod">
          <ac:chgData name="Gilbert Ciobanu" userId="42460b88-6d10-482a-af50-ac0907822f5a" providerId="ADAL" clId="{4AC046F7-7076-41E3-9B97-09D373CE85C2}" dt="2026-03-08T18:51:11.194" v="496" actId="478"/>
          <ac:picMkLst>
            <pc:docMk/>
            <pc:sldMk cId="2631550974" sldId="260"/>
            <ac:picMk id="11" creationId="{29A47FDF-9A46-A6A6-E89C-5FE4E06A9C7E}"/>
          </ac:picMkLst>
        </pc:picChg>
        <pc:picChg chg="add del mod modCrop">
          <ac:chgData name="Gilbert Ciobanu" userId="42460b88-6d10-482a-af50-ac0907822f5a" providerId="ADAL" clId="{4AC046F7-7076-41E3-9B97-09D373CE85C2}" dt="2026-03-08T22:26:07.039" v="884" actId="21"/>
          <ac:picMkLst>
            <pc:docMk/>
            <pc:sldMk cId="2631550974" sldId="260"/>
            <ac:picMk id="13" creationId="{F572575F-0789-7A89-430B-ED482C7BA276}"/>
          </ac:picMkLst>
        </pc:picChg>
        <pc:picChg chg="add del mod">
          <ac:chgData name="Gilbert Ciobanu" userId="42460b88-6d10-482a-af50-ac0907822f5a" providerId="ADAL" clId="{4AC046F7-7076-41E3-9B97-09D373CE85C2}" dt="2026-03-08T22:26:07.039" v="884" actId="21"/>
          <ac:picMkLst>
            <pc:docMk/>
            <pc:sldMk cId="2631550974" sldId="260"/>
            <ac:picMk id="32" creationId="{8360FE6D-D1B5-B366-F497-18A847D4B43B}"/>
          </ac:picMkLst>
        </pc:picChg>
      </pc:sldChg>
      <pc:sldChg chg="addSp delSp modSp new del mod">
        <pc:chgData name="Gilbert Ciobanu" userId="42460b88-6d10-482a-af50-ac0907822f5a" providerId="ADAL" clId="{4AC046F7-7076-41E3-9B97-09D373CE85C2}" dt="2026-03-08T22:09:11.880" v="825" actId="47"/>
        <pc:sldMkLst>
          <pc:docMk/>
          <pc:sldMk cId="1594948494" sldId="261"/>
        </pc:sldMkLst>
      </pc:sldChg>
      <pc:sldChg chg="addSp modSp new del mod">
        <pc:chgData name="Gilbert Ciobanu" userId="42460b88-6d10-482a-af50-ac0907822f5a" providerId="ADAL" clId="{4AC046F7-7076-41E3-9B97-09D373CE85C2}" dt="2026-03-08T22:09:03.561" v="823" actId="47"/>
        <pc:sldMkLst>
          <pc:docMk/>
          <pc:sldMk cId="2569976485" sldId="262"/>
        </pc:sldMkLst>
      </pc:sldChg>
      <pc:sldChg chg="addSp delSp modSp new del mod">
        <pc:chgData name="Gilbert Ciobanu" userId="42460b88-6d10-482a-af50-ac0907822f5a" providerId="ADAL" clId="{4AC046F7-7076-41E3-9B97-09D373CE85C2}" dt="2026-03-08T22:09:08.072" v="824" actId="47"/>
        <pc:sldMkLst>
          <pc:docMk/>
          <pc:sldMk cId="796064548" sldId="263"/>
        </pc:sldMkLst>
      </pc:sldChg>
      <pc:sldChg chg="addSp delSp modSp new mod ord">
        <pc:chgData name="Gilbert Ciobanu" userId="42460b88-6d10-482a-af50-ac0907822f5a" providerId="ADAL" clId="{4AC046F7-7076-41E3-9B97-09D373CE85C2}" dt="2026-03-09T19:38:19.229" v="1608" actId="14100"/>
        <pc:sldMkLst>
          <pc:docMk/>
          <pc:sldMk cId="3806086192" sldId="264"/>
        </pc:sldMkLst>
        <pc:spChg chg="add mod">
          <ac:chgData name="Gilbert Ciobanu" userId="42460b88-6d10-482a-af50-ac0907822f5a" providerId="ADAL" clId="{4AC046F7-7076-41E3-9B97-09D373CE85C2}" dt="2026-03-09T19:34:46.685" v="1480" actId="6549"/>
          <ac:spMkLst>
            <pc:docMk/>
            <pc:sldMk cId="3806086192" sldId="264"/>
            <ac:spMk id="2" creationId="{46166A9D-2FE1-CF90-84E4-8158B94236A4}"/>
          </ac:spMkLst>
        </pc:spChg>
        <pc:spChg chg="add mod">
          <ac:chgData name="Gilbert Ciobanu" userId="42460b88-6d10-482a-af50-ac0907822f5a" providerId="ADAL" clId="{4AC046F7-7076-41E3-9B97-09D373CE85C2}" dt="2026-03-09T19:38:19.229" v="1608" actId="14100"/>
          <ac:spMkLst>
            <pc:docMk/>
            <pc:sldMk cId="3806086192" sldId="264"/>
            <ac:spMk id="5" creationId="{109F2CD0-8267-F9C3-BC2C-1FA87C567D31}"/>
          </ac:spMkLst>
        </pc:spChg>
        <pc:spChg chg="add mod">
          <ac:chgData name="Gilbert Ciobanu" userId="42460b88-6d10-482a-af50-ac0907822f5a" providerId="ADAL" clId="{4AC046F7-7076-41E3-9B97-09D373CE85C2}" dt="2026-03-08T22:53:40.811" v="1168" actId="1076"/>
          <ac:spMkLst>
            <pc:docMk/>
            <pc:sldMk cId="3806086192" sldId="264"/>
            <ac:spMk id="29" creationId="{81E74381-C64E-21E2-4418-72F069CF8B24}"/>
          </ac:spMkLst>
        </pc:spChg>
        <pc:spChg chg="add mod">
          <ac:chgData name="Gilbert Ciobanu" userId="42460b88-6d10-482a-af50-ac0907822f5a" providerId="ADAL" clId="{4AC046F7-7076-41E3-9B97-09D373CE85C2}" dt="2026-03-08T22:59:14.168" v="1200" actId="1035"/>
          <ac:spMkLst>
            <pc:docMk/>
            <pc:sldMk cId="3806086192" sldId="264"/>
            <ac:spMk id="30" creationId="{F60A0050-05F8-13B3-9D76-288A0FB92C81}"/>
          </ac:spMkLst>
        </pc:spChg>
        <pc:spChg chg="add mod">
          <ac:chgData name="Gilbert Ciobanu" userId="42460b88-6d10-482a-af50-ac0907822f5a" providerId="ADAL" clId="{4AC046F7-7076-41E3-9B97-09D373CE85C2}" dt="2026-03-08T22:59:14.168" v="1200" actId="1035"/>
          <ac:spMkLst>
            <pc:docMk/>
            <pc:sldMk cId="3806086192" sldId="264"/>
            <ac:spMk id="31" creationId="{E6B43BAB-12DB-E9E6-6EB2-0F8D6295CBA9}"/>
          </ac:spMkLst>
        </pc:spChg>
        <pc:spChg chg="add mod">
          <ac:chgData name="Gilbert Ciobanu" userId="42460b88-6d10-482a-af50-ac0907822f5a" providerId="ADAL" clId="{4AC046F7-7076-41E3-9B97-09D373CE85C2}" dt="2026-03-08T22:59:14.168" v="1200" actId="1035"/>
          <ac:spMkLst>
            <pc:docMk/>
            <pc:sldMk cId="3806086192" sldId="264"/>
            <ac:spMk id="33" creationId="{0571E196-F608-F360-0881-7546B5A20CEF}"/>
          </ac:spMkLst>
        </pc:spChg>
        <pc:picChg chg="add del mod">
          <ac:chgData name="Gilbert Ciobanu" userId="42460b88-6d10-482a-af50-ac0907822f5a" providerId="ADAL" clId="{4AC046F7-7076-41E3-9B97-09D373CE85C2}" dt="2026-03-08T18:56:24.022" v="512" actId="478"/>
          <ac:picMkLst>
            <pc:docMk/>
            <pc:sldMk cId="3806086192" sldId="264"/>
            <ac:picMk id="3" creationId="{549005A0-703D-A393-943B-9D66D057C784}"/>
          </ac:picMkLst>
        </pc:picChg>
        <pc:picChg chg="add mod">
          <ac:chgData name="Gilbert Ciobanu" userId="42460b88-6d10-482a-af50-ac0907822f5a" providerId="ADAL" clId="{4AC046F7-7076-41E3-9B97-09D373CE85C2}" dt="2026-03-09T19:30:49.285" v="1389" actId="1076"/>
          <ac:picMkLst>
            <pc:docMk/>
            <pc:sldMk cId="3806086192" sldId="264"/>
            <ac:picMk id="4" creationId="{91B5D738-0849-7DA3-7758-F7D1E7DDFC22}"/>
          </ac:picMkLst>
        </pc:picChg>
        <pc:picChg chg="add del mod">
          <ac:chgData name="Gilbert Ciobanu" userId="42460b88-6d10-482a-af50-ac0907822f5a" providerId="ADAL" clId="{4AC046F7-7076-41E3-9B97-09D373CE85C2}" dt="2026-03-08T18:56:23.197" v="511" actId="478"/>
          <ac:picMkLst>
            <pc:docMk/>
            <pc:sldMk cId="3806086192" sldId="264"/>
            <ac:picMk id="5" creationId="{F1AC71BD-FA07-DE00-EC1D-976C1A6B012E}"/>
          </ac:picMkLst>
        </pc:picChg>
        <pc:picChg chg="add mod">
          <ac:chgData name="Gilbert Ciobanu" userId="42460b88-6d10-482a-af50-ac0907822f5a" providerId="ADAL" clId="{4AC046F7-7076-41E3-9B97-09D373CE85C2}" dt="2026-03-08T22:59:14.168" v="1200" actId="1035"/>
          <ac:picMkLst>
            <pc:docMk/>
            <pc:sldMk cId="3806086192" sldId="264"/>
            <ac:picMk id="7" creationId="{70593DC2-952C-9694-1151-CD4E97316539}"/>
          </ac:picMkLst>
        </pc:picChg>
        <pc:picChg chg="add mod ord">
          <ac:chgData name="Gilbert Ciobanu" userId="42460b88-6d10-482a-af50-ac0907822f5a" providerId="ADAL" clId="{4AC046F7-7076-41E3-9B97-09D373CE85C2}" dt="2026-03-08T22:59:14.168" v="1200" actId="1035"/>
          <ac:picMkLst>
            <pc:docMk/>
            <pc:sldMk cId="3806086192" sldId="264"/>
            <ac:picMk id="9" creationId="{92C48F8F-04F6-DE73-6699-DE6B3634C3BB}"/>
          </ac:picMkLst>
        </pc:picChg>
        <pc:picChg chg="add mod">
          <ac:chgData name="Gilbert Ciobanu" userId="42460b88-6d10-482a-af50-ac0907822f5a" providerId="ADAL" clId="{4AC046F7-7076-41E3-9B97-09D373CE85C2}" dt="2026-03-08T22:59:14.168" v="1200" actId="1035"/>
          <ac:picMkLst>
            <pc:docMk/>
            <pc:sldMk cId="3806086192" sldId="264"/>
            <ac:picMk id="11" creationId="{EB440D2F-D297-5B38-F0E4-CA317E9D2920}"/>
          </ac:picMkLst>
        </pc:picChg>
        <pc:picChg chg="add mod ord">
          <ac:chgData name="Gilbert Ciobanu" userId="42460b88-6d10-482a-af50-ac0907822f5a" providerId="ADAL" clId="{4AC046F7-7076-41E3-9B97-09D373CE85C2}" dt="2026-03-08T22:59:14.168" v="1200" actId="1035"/>
          <ac:picMkLst>
            <pc:docMk/>
            <pc:sldMk cId="3806086192" sldId="264"/>
            <ac:picMk id="13" creationId="{EB439654-23EB-9337-D0E6-ED21F703DD65}"/>
          </ac:picMkLst>
        </pc:picChg>
        <pc:picChg chg="add del mod">
          <ac:chgData name="Gilbert Ciobanu" userId="42460b88-6d10-482a-af50-ac0907822f5a" providerId="ADAL" clId="{4AC046F7-7076-41E3-9B97-09D373CE85C2}" dt="2026-03-08T20:33:04.611" v="539" actId="478"/>
          <ac:picMkLst>
            <pc:docMk/>
            <pc:sldMk cId="3806086192" sldId="264"/>
            <ac:picMk id="15" creationId="{F79A4DC4-6688-E63D-383C-F8512C5F8120}"/>
          </ac:picMkLst>
        </pc:picChg>
        <pc:picChg chg="add del mod">
          <ac:chgData name="Gilbert Ciobanu" userId="42460b88-6d10-482a-af50-ac0907822f5a" providerId="ADAL" clId="{4AC046F7-7076-41E3-9B97-09D373CE85C2}" dt="2026-03-08T20:33:00.726" v="538" actId="478"/>
          <ac:picMkLst>
            <pc:docMk/>
            <pc:sldMk cId="3806086192" sldId="264"/>
            <ac:picMk id="17" creationId="{097CDEAA-31A9-17A5-8F94-77447CD92C51}"/>
          </ac:picMkLst>
        </pc:picChg>
        <pc:picChg chg="add mod">
          <ac:chgData name="Gilbert Ciobanu" userId="42460b88-6d10-482a-af50-ac0907822f5a" providerId="ADAL" clId="{4AC046F7-7076-41E3-9B97-09D373CE85C2}" dt="2026-03-08T22:59:14.168" v="1200" actId="1035"/>
          <ac:picMkLst>
            <pc:docMk/>
            <pc:sldMk cId="3806086192" sldId="264"/>
            <ac:picMk id="19" creationId="{3F6D2FED-045A-9835-25CE-584F0D3D6F2B}"/>
          </ac:picMkLst>
        </pc:picChg>
        <pc:picChg chg="add mod">
          <ac:chgData name="Gilbert Ciobanu" userId="42460b88-6d10-482a-af50-ac0907822f5a" providerId="ADAL" clId="{4AC046F7-7076-41E3-9B97-09D373CE85C2}" dt="2026-03-08T22:59:14.168" v="1200" actId="1035"/>
          <ac:picMkLst>
            <pc:docMk/>
            <pc:sldMk cId="3806086192" sldId="264"/>
            <ac:picMk id="21" creationId="{D3F3A9D9-B380-B125-995C-D25F2E9085A6}"/>
          </ac:picMkLst>
        </pc:picChg>
        <pc:picChg chg="add mod">
          <ac:chgData name="Gilbert Ciobanu" userId="42460b88-6d10-482a-af50-ac0907822f5a" providerId="ADAL" clId="{4AC046F7-7076-41E3-9B97-09D373CE85C2}" dt="2026-03-08T22:25:12.777" v="878" actId="12788"/>
          <ac:picMkLst>
            <pc:docMk/>
            <pc:sldMk cId="3806086192" sldId="264"/>
            <ac:picMk id="23" creationId="{1606024A-6A61-12FB-C040-5334E088E1A7}"/>
          </ac:picMkLst>
        </pc:picChg>
        <pc:picChg chg="add mod">
          <ac:chgData name="Gilbert Ciobanu" userId="42460b88-6d10-482a-af50-ac0907822f5a" providerId="ADAL" clId="{4AC046F7-7076-41E3-9B97-09D373CE85C2}" dt="2026-03-08T22:59:14.168" v="1200" actId="1035"/>
          <ac:picMkLst>
            <pc:docMk/>
            <pc:sldMk cId="3806086192" sldId="264"/>
            <ac:picMk id="25" creationId="{26B77F10-D26C-76F1-21E6-70CAB904F70B}"/>
          </ac:picMkLst>
        </pc:picChg>
        <pc:picChg chg="add del mod">
          <ac:chgData name="Gilbert Ciobanu" userId="42460b88-6d10-482a-af50-ac0907822f5a" providerId="ADAL" clId="{4AC046F7-7076-41E3-9B97-09D373CE85C2}" dt="2026-03-08T22:08:32.586" v="822" actId="478"/>
          <ac:picMkLst>
            <pc:docMk/>
            <pc:sldMk cId="3806086192" sldId="264"/>
            <ac:picMk id="27" creationId="{A5130B96-1868-1621-01A9-44DFF5792F3D}"/>
          </ac:picMkLst>
        </pc:picChg>
        <pc:picChg chg="add mod">
          <ac:chgData name="Gilbert Ciobanu" userId="42460b88-6d10-482a-af50-ac0907822f5a" providerId="ADAL" clId="{4AC046F7-7076-41E3-9B97-09D373CE85C2}" dt="2026-03-08T22:53:36.616" v="1167" actId="1076"/>
          <ac:picMkLst>
            <pc:docMk/>
            <pc:sldMk cId="3806086192" sldId="264"/>
            <ac:picMk id="28" creationId="{F572575F-0789-7A89-430B-ED482C7BA276}"/>
          </ac:picMkLst>
        </pc:picChg>
        <pc:picChg chg="add del mod">
          <ac:chgData name="Gilbert Ciobanu" userId="42460b88-6d10-482a-af50-ac0907822f5a" providerId="ADAL" clId="{4AC046F7-7076-41E3-9B97-09D373CE85C2}" dt="2026-03-08T22:35:23.134" v="1059" actId="478"/>
          <ac:picMkLst>
            <pc:docMk/>
            <pc:sldMk cId="3806086192" sldId="264"/>
            <ac:picMk id="32" creationId="{8360FE6D-D1B5-B366-F497-18A847D4B43B}"/>
          </ac:picMkLst>
        </pc:picChg>
        <pc:picChg chg="add mod">
          <ac:chgData name="Gilbert Ciobanu" userId="42460b88-6d10-482a-af50-ac0907822f5a" providerId="ADAL" clId="{4AC046F7-7076-41E3-9B97-09D373CE85C2}" dt="2026-03-08T22:59:23.675" v="1220" actId="1035"/>
          <ac:picMkLst>
            <pc:docMk/>
            <pc:sldMk cId="3806086192" sldId="264"/>
            <ac:picMk id="35" creationId="{412D6156-2C5C-0D54-3BA2-BCFB8F1A1671}"/>
          </ac:picMkLst>
        </pc:picChg>
        <pc:picChg chg="add del mod">
          <ac:chgData name="Gilbert Ciobanu" userId="42460b88-6d10-482a-af50-ac0907822f5a" providerId="ADAL" clId="{4AC046F7-7076-41E3-9B97-09D373CE85C2}" dt="2026-03-09T19:30:37.533" v="1385" actId="478"/>
          <ac:picMkLst>
            <pc:docMk/>
            <pc:sldMk cId="3806086192" sldId="264"/>
            <ac:picMk id="37" creationId="{CD4DE4C8-467F-F8A0-0899-BFBCE86E6F7D}"/>
          </ac:picMkLst>
        </pc:picChg>
      </pc:sldChg>
      <pc:sldChg chg="addSp delSp modSp new mod ord">
        <pc:chgData name="Gilbert Ciobanu" userId="42460b88-6d10-482a-af50-ac0907822f5a" providerId="ADAL" clId="{4AC046F7-7076-41E3-9B97-09D373CE85C2}" dt="2026-03-09T19:41:21.639" v="1668" actId="164"/>
        <pc:sldMkLst>
          <pc:docMk/>
          <pc:sldMk cId="3924792065" sldId="265"/>
        </pc:sldMkLst>
        <pc:spChg chg="add mod">
          <ac:chgData name="Gilbert Ciobanu" userId="42460b88-6d10-482a-af50-ac0907822f5a" providerId="ADAL" clId="{4AC046F7-7076-41E3-9B97-09D373CE85C2}" dt="2026-03-09T19:41:10.796" v="1666" actId="1076"/>
          <ac:spMkLst>
            <pc:docMk/>
            <pc:sldMk cId="3924792065" sldId="265"/>
            <ac:spMk id="2" creationId="{55AE8277-11AB-6AF3-E0B4-7B1E52F36C01}"/>
          </ac:spMkLst>
        </pc:spChg>
        <pc:spChg chg="add del mod ord">
          <ac:chgData name="Gilbert Ciobanu" userId="42460b88-6d10-482a-af50-ac0907822f5a" providerId="ADAL" clId="{4AC046F7-7076-41E3-9B97-09D373CE85C2}" dt="2026-03-08T21:14:44.288" v="646" actId="478"/>
          <ac:spMkLst>
            <pc:docMk/>
            <pc:sldMk cId="3924792065" sldId="265"/>
            <ac:spMk id="41" creationId="{6985BBF3-4D64-62A7-FEDA-724AEAFA51CC}"/>
          </ac:spMkLst>
        </pc:spChg>
        <pc:picChg chg="add mod">
          <ac:chgData name="Gilbert Ciobanu" userId="42460b88-6d10-482a-af50-ac0907822f5a" providerId="ADAL" clId="{4AC046F7-7076-41E3-9B97-09D373CE85C2}" dt="2026-03-09T19:41:21.639" v="1668" actId="164"/>
          <ac:picMkLst>
            <pc:docMk/>
            <pc:sldMk cId="3924792065" sldId="265"/>
            <ac:picMk id="3" creationId="{89F5E696-302E-B4B2-6BEE-CBC4324C6AA1}"/>
          </ac:picMkLst>
        </pc:picChg>
        <pc:picChg chg="add mod">
          <ac:chgData name="Gilbert Ciobanu" userId="42460b88-6d10-482a-af50-ac0907822f5a" providerId="ADAL" clId="{4AC046F7-7076-41E3-9B97-09D373CE85C2}" dt="2026-03-09T19:41:21.639" v="1668" actId="164"/>
          <ac:picMkLst>
            <pc:docMk/>
            <pc:sldMk cId="3924792065" sldId="265"/>
            <ac:picMk id="5" creationId="{A632B9D1-B2B6-D07E-18CF-1E943D9539CC}"/>
          </ac:picMkLst>
        </pc:picChg>
        <pc:picChg chg="add del mod">
          <ac:chgData name="Gilbert Ciobanu" userId="42460b88-6d10-482a-af50-ac0907822f5a" providerId="ADAL" clId="{4AC046F7-7076-41E3-9B97-09D373CE85C2}" dt="2026-03-08T20:40:42.086" v="563" actId="478"/>
          <ac:picMkLst>
            <pc:docMk/>
            <pc:sldMk cId="3924792065" sldId="265"/>
            <ac:picMk id="7" creationId="{2E57B8DF-6393-2440-E883-C36887F42585}"/>
          </ac:picMkLst>
        </pc:picChg>
        <pc:picChg chg="add del mod">
          <ac:chgData name="Gilbert Ciobanu" userId="42460b88-6d10-482a-af50-ac0907822f5a" providerId="ADAL" clId="{4AC046F7-7076-41E3-9B97-09D373CE85C2}" dt="2026-03-08T20:57:19.321" v="609" actId="478"/>
          <ac:picMkLst>
            <pc:docMk/>
            <pc:sldMk cId="3924792065" sldId="265"/>
            <ac:picMk id="8" creationId="{8278A46C-AD4B-82E0-C5CF-E02D3D1C33AF}"/>
          </ac:picMkLst>
        </pc:picChg>
        <pc:picChg chg="add del mod">
          <ac:chgData name="Gilbert Ciobanu" userId="42460b88-6d10-482a-af50-ac0907822f5a" providerId="ADAL" clId="{4AC046F7-7076-41E3-9B97-09D373CE85C2}" dt="2026-03-08T21:01:42.770" v="617" actId="478"/>
          <ac:picMkLst>
            <pc:docMk/>
            <pc:sldMk cId="3924792065" sldId="265"/>
            <ac:picMk id="9" creationId="{12B6433A-B568-4130-E3B5-827AA75B3067}"/>
          </ac:picMkLst>
        </pc:picChg>
        <pc:picChg chg="add del mod">
          <ac:chgData name="Gilbert Ciobanu" userId="42460b88-6d10-482a-af50-ac0907822f5a" providerId="ADAL" clId="{4AC046F7-7076-41E3-9B97-09D373CE85C2}" dt="2026-03-08T20:49:50.662" v="590" actId="478"/>
          <ac:picMkLst>
            <pc:docMk/>
            <pc:sldMk cId="3924792065" sldId="265"/>
            <ac:picMk id="10" creationId="{A2212812-512C-76D5-E307-A3BE15BC306A}"/>
          </ac:picMkLst>
        </pc:picChg>
        <pc:picChg chg="add del mod">
          <ac:chgData name="Gilbert Ciobanu" userId="42460b88-6d10-482a-af50-ac0907822f5a" providerId="ADAL" clId="{4AC046F7-7076-41E3-9B97-09D373CE85C2}" dt="2026-03-08T20:49:49.261" v="589" actId="478"/>
          <ac:picMkLst>
            <pc:docMk/>
            <pc:sldMk cId="3924792065" sldId="265"/>
            <ac:picMk id="12" creationId="{66ACB988-1D1F-A849-797D-3DEB0A0FF4F4}"/>
          </ac:picMkLst>
        </pc:picChg>
        <pc:picChg chg="add mod">
          <ac:chgData name="Gilbert Ciobanu" userId="42460b88-6d10-482a-af50-ac0907822f5a" providerId="ADAL" clId="{4AC046F7-7076-41E3-9B97-09D373CE85C2}" dt="2026-03-09T19:41:21.639" v="1668" actId="164"/>
          <ac:picMkLst>
            <pc:docMk/>
            <pc:sldMk cId="3924792065" sldId="265"/>
            <ac:picMk id="14" creationId="{C5C07AC5-75E0-706F-0E13-7E6BC2DE6107}"/>
          </ac:picMkLst>
        </pc:picChg>
        <pc:picChg chg="add mod">
          <ac:chgData name="Gilbert Ciobanu" userId="42460b88-6d10-482a-af50-ac0907822f5a" providerId="ADAL" clId="{4AC046F7-7076-41E3-9B97-09D373CE85C2}" dt="2026-03-09T19:41:21.639" v="1668" actId="164"/>
          <ac:picMkLst>
            <pc:docMk/>
            <pc:sldMk cId="3924792065" sldId="265"/>
            <ac:picMk id="16" creationId="{6C1B9D6F-C884-1B67-DBCD-B4FA4F97AC5A}"/>
          </ac:picMkLst>
        </pc:picChg>
        <pc:picChg chg="add mod">
          <ac:chgData name="Gilbert Ciobanu" userId="42460b88-6d10-482a-af50-ac0907822f5a" providerId="ADAL" clId="{4AC046F7-7076-41E3-9B97-09D373CE85C2}" dt="2026-03-09T19:41:01.774" v="1665" actId="1036"/>
          <ac:picMkLst>
            <pc:docMk/>
            <pc:sldMk cId="3924792065" sldId="265"/>
            <ac:picMk id="18" creationId="{99E3DE10-1F2D-8A26-AED8-5DFEFE18964F}"/>
          </ac:picMkLst>
        </pc:picChg>
        <pc:picChg chg="add mod ord">
          <ac:chgData name="Gilbert Ciobanu" userId="42460b88-6d10-482a-af50-ac0907822f5a" providerId="ADAL" clId="{4AC046F7-7076-41E3-9B97-09D373CE85C2}" dt="2026-03-09T19:41:01.774" v="1665" actId="1036"/>
          <ac:picMkLst>
            <pc:docMk/>
            <pc:sldMk cId="3924792065" sldId="265"/>
            <ac:picMk id="20" creationId="{46621831-4C9F-2BC3-FF05-E4DD8EE361F1}"/>
          </ac:picMkLst>
        </pc:picChg>
        <pc:picChg chg="add mod">
          <ac:chgData name="Gilbert Ciobanu" userId="42460b88-6d10-482a-af50-ac0907822f5a" providerId="ADAL" clId="{4AC046F7-7076-41E3-9B97-09D373CE85C2}" dt="2026-03-09T19:41:01.774" v="1665" actId="1036"/>
          <ac:picMkLst>
            <pc:docMk/>
            <pc:sldMk cId="3924792065" sldId="265"/>
            <ac:picMk id="22" creationId="{C33FA4DB-6B8C-16BB-1E15-EA27EC9E27CB}"/>
          </ac:picMkLst>
        </pc:picChg>
        <pc:picChg chg="add mod">
          <ac:chgData name="Gilbert Ciobanu" userId="42460b88-6d10-482a-af50-ac0907822f5a" providerId="ADAL" clId="{4AC046F7-7076-41E3-9B97-09D373CE85C2}" dt="2026-03-08T22:42:30.059" v="1143" actId="1037"/>
          <ac:picMkLst>
            <pc:docMk/>
            <pc:sldMk cId="3924792065" sldId="265"/>
            <ac:picMk id="24" creationId="{F2B4E64F-D9CE-659F-B7D9-63960A4DF65F}"/>
          </ac:picMkLst>
        </pc:picChg>
        <pc:picChg chg="add mod">
          <ac:chgData name="Gilbert Ciobanu" userId="42460b88-6d10-482a-af50-ac0907822f5a" providerId="ADAL" clId="{4AC046F7-7076-41E3-9B97-09D373CE85C2}" dt="2026-03-09T19:41:01.774" v="1665" actId="1036"/>
          <ac:picMkLst>
            <pc:docMk/>
            <pc:sldMk cId="3924792065" sldId="265"/>
            <ac:picMk id="26" creationId="{5B5AA2C8-F300-E75E-EDB0-C4769C92F6BE}"/>
          </ac:picMkLst>
        </pc:picChg>
        <pc:picChg chg="add mod">
          <ac:chgData name="Gilbert Ciobanu" userId="42460b88-6d10-482a-af50-ac0907822f5a" providerId="ADAL" clId="{4AC046F7-7076-41E3-9B97-09D373CE85C2}" dt="2026-03-08T22:39:32.766" v="1099" actId="1076"/>
          <ac:picMkLst>
            <pc:docMk/>
            <pc:sldMk cId="3924792065" sldId="265"/>
            <ac:picMk id="28" creationId="{2C4D7C75-E821-1F31-854C-79EE3EB6B1F6}"/>
          </ac:picMkLst>
        </pc:picChg>
        <pc:picChg chg="add del mod">
          <ac:chgData name="Gilbert Ciobanu" userId="42460b88-6d10-482a-af50-ac0907822f5a" providerId="ADAL" clId="{4AC046F7-7076-41E3-9B97-09D373CE85C2}" dt="2026-03-08T21:11:37.380" v="628" actId="478"/>
          <ac:picMkLst>
            <pc:docMk/>
            <pc:sldMk cId="3924792065" sldId="265"/>
            <ac:picMk id="30" creationId="{DFB9659B-5D4F-D90A-6ADC-8F66786469D3}"/>
          </ac:picMkLst>
        </pc:picChg>
        <pc:picChg chg="add del mod">
          <ac:chgData name="Gilbert Ciobanu" userId="42460b88-6d10-482a-af50-ac0907822f5a" providerId="ADAL" clId="{4AC046F7-7076-41E3-9B97-09D373CE85C2}" dt="2026-03-08T21:11:36.505" v="627" actId="478"/>
          <ac:picMkLst>
            <pc:docMk/>
            <pc:sldMk cId="3924792065" sldId="265"/>
            <ac:picMk id="32" creationId="{1CBB5D6B-0E67-0E77-3104-763786EEC738}"/>
          </ac:picMkLst>
        </pc:picChg>
        <pc:picChg chg="add mod">
          <ac:chgData name="Gilbert Ciobanu" userId="42460b88-6d10-482a-af50-ac0907822f5a" providerId="ADAL" clId="{4AC046F7-7076-41E3-9B97-09D373CE85C2}" dt="2026-03-08T22:37:39.164" v="1082" actId="554"/>
          <ac:picMkLst>
            <pc:docMk/>
            <pc:sldMk cId="3924792065" sldId="265"/>
            <ac:picMk id="34" creationId="{7AA7C1AF-9F27-0FB8-6751-3DB30DE30034}"/>
          </ac:picMkLst>
        </pc:picChg>
        <pc:picChg chg="add mod">
          <ac:chgData name="Gilbert Ciobanu" userId="42460b88-6d10-482a-af50-ac0907822f5a" providerId="ADAL" clId="{4AC046F7-7076-41E3-9B97-09D373CE85C2}" dt="2026-03-09T19:41:21.639" v="1668" actId="164"/>
          <ac:picMkLst>
            <pc:docMk/>
            <pc:sldMk cId="3924792065" sldId="265"/>
            <ac:picMk id="36" creationId="{27FE3B00-5348-2FC2-50E4-B147573CF435}"/>
          </ac:picMkLst>
        </pc:picChg>
        <pc:picChg chg="add mod">
          <ac:chgData name="Gilbert Ciobanu" userId="42460b88-6d10-482a-af50-ac0907822f5a" providerId="ADAL" clId="{4AC046F7-7076-41E3-9B97-09D373CE85C2}" dt="2026-03-09T19:41:21.639" v="1668" actId="164"/>
          <ac:picMkLst>
            <pc:docMk/>
            <pc:sldMk cId="3924792065" sldId="265"/>
            <ac:picMk id="38" creationId="{7C7BCE5F-D883-814A-6BF7-40089515FF09}"/>
          </ac:picMkLst>
        </pc:picChg>
        <pc:picChg chg="add mod">
          <ac:chgData name="Gilbert Ciobanu" userId="42460b88-6d10-482a-af50-ac0907822f5a" providerId="ADAL" clId="{4AC046F7-7076-41E3-9B97-09D373CE85C2}" dt="2026-03-09T19:41:21.639" v="1668" actId="164"/>
          <ac:picMkLst>
            <pc:docMk/>
            <pc:sldMk cId="3924792065" sldId="265"/>
            <ac:picMk id="40" creationId="{10E3C6DA-DC5C-F8CE-E221-6C497658149A}"/>
          </ac:picMkLst>
        </pc:picChg>
        <pc:picChg chg="add mod">
          <ac:chgData name="Gilbert Ciobanu" userId="42460b88-6d10-482a-af50-ac0907822f5a" providerId="ADAL" clId="{4AC046F7-7076-41E3-9B97-09D373CE85C2}" dt="2026-03-09T19:41:21.639" v="1668" actId="164"/>
          <ac:picMkLst>
            <pc:docMk/>
            <pc:sldMk cId="3924792065" sldId="265"/>
            <ac:picMk id="43" creationId="{397BFDE9-52F4-2329-8BA8-72C8F380179C}"/>
          </ac:picMkLst>
        </pc:picChg>
        <pc:picChg chg="add mod">
          <ac:chgData name="Gilbert Ciobanu" userId="42460b88-6d10-482a-af50-ac0907822f5a" providerId="ADAL" clId="{4AC046F7-7076-41E3-9B97-09D373CE85C2}" dt="2026-03-08T22:40:56.429" v="1110" actId="1076"/>
          <ac:picMkLst>
            <pc:docMk/>
            <pc:sldMk cId="3924792065" sldId="265"/>
            <ac:picMk id="45" creationId="{03D0B87F-631F-BCD3-7173-3F31B80911D5}"/>
          </ac:picMkLst>
        </pc:picChg>
        <pc:picChg chg="add mod">
          <ac:chgData name="Gilbert Ciobanu" userId="42460b88-6d10-482a-af50-ac0907822f5a" providerId="ADAL" clId="{4AC046F7-7076-41E3-9B97-09D373CE85C2}" dt="2026-03-08T22:41:00.027" v="1111" actId="1076"/>
          <ac:picMkLst>
            <pc:docMk/>
            <pc:sldMk cId="3924792065" sldId="265"/>
            <ac:picMk id="47" creationId="{0B8A15E9-7E0D-FDA3-18C4-673258626B50}"/>
          </ac:picMkLst>
        </pc:picChg>
        <pc:picChg chg="add del mod">
          <ac:chgData name="Gilbert Ciobanu" userId="42460b88-6d10-482a-af50-ac0907822f5a" providerId="ADAL" clId="{4AC046F7-7076-41E3-9B97-09D373CE85C2}" dt="2026-03-08T21:36:45.247" v="686" actId="478"/>
          <ac:picMkLst>
            <pc:docMk/>
            <pc:sldMk cId="3924792065" sldId="265"/>
            <ac:picMk id="49" creationId="{875D54B5-B063-7EC0-5CC3-AEC8DE5A8DEF}"/>
          </ac:picMkLst>
        </pc:picChg>
        <pc:picChg chg="add del mod">
          <ac:chgData name="Gilbert Ciobanu" userId="42460b88-6d10-482a-af50-ac0907822f5a" providerId="ADAL" clId="{4AC046F7-7076-41E3-9B97-09D373CE85C2}" dt="2026-03-08T21:36:45.967" v="687" actId="478"/>
          <ac:picMkLst>
            <pc:docMk/>
            <pc:sldMk cId="3924792065" sldId="265"/>
            <ac:picMk id="51" creationId="{CE2AFA51-3570-109D-C16D-89665BF0DFFF}"/>
          </ac:picMkLst>
        </pc:picChg>
        <pc:picChg chg="add del mod">
          <ac:chgData name="Gilbert Ciobanu" userId="42460b88-6d10-482a-af50-ac0907822f5a" providerId="ADAL" clId="{4AC046F7-7076-41E3-9B97-09D373CE85C2}" dt="2026-03-08T21:36:47.218" v="689" actId="478"/>
          <ac:picMkLst>
            <pc:docMk/>
            <pc:sldMk cId="3924792065" sldId="265"/>
            <ac:picMk id="53" creationId="{1D1081CA-D185-37CB-39EA-F3311539644E}"/>
          </ac:picMkLst>
        </pc:picChg>
        <pc:picChg chg="add del mod">
          <ac:chgData name="Gilbert Ciobanu" userId="42460b88-6d10-482a-af50-ac0907822f5a" providerId="ADAL" clId="{4AC046F7-7076-41E3-9B97-09D373CE85C2}" dt="2026-03-08T21:36:46.617" v="688" actId="478"/>
          <ac:picMkLst>
            <pc:docMk/>
            <pc:sldMk cId="3924792065" sldId="265"/>
            <ac:picMk id="55" creationId="{FBA0F6E7-C630-D605-ADDA-1C5D1024E6B6}"/>
          </ac:picMkLst>
        </pc:picChg>
        <pc:picChg chg="add del mod">
          <ac:chgData name="Gilbert Ciobanu" userId="42460b88-6d10-482a-af50-ac0907822f5a" providerId="ADAL" clId="{4AC046F7-7076-41E3-9B97-09D373CE85C2}" dt="2026-03-08T21:36:47.783" v="690" actId="478"/>
          <ac:picMkLst>
            <pc:docMk/>
            <pc:sldMk cId="3924792065" sldId="265"/>
            <ac:picMk id="57" creationId="{C5027EB3-2DCB-B7FF-9502-9CD10C33195A}"/>
          </ac:picMkLst>
        </pc:picChg>
        <pc:picChg chg="add mod">
          <ac:chgData name="Gilbert Ciobanu" userId="42460b88-6d10-482a-af50-ac0907822f5a" providerId="ADAL" clId="{4AC046F7-7076-41E3-9B97-09D373CE85C2}" dt="2026-03-08T22:42:30.059" v="1143" actId="1037"/>
          <ac:picMkLst>
            <pc:docMk/>
            <pc:sldMk cId="3924792065" sldId="265"/>
            <ac:picMk id="59" creationId="{D190866F-CBBF-DE3F-2776-70B92DD8CF72}"/>
          </ac:picMkLst>
        </pc:picChg>
        <pc:picChg chg="add mod">
          <ac:chgData name="Gilbert Ciobanu" userId="42460b88-6d10-482a-af50-ac0907822f5a" providerId="ADAL" clId="{4AC046F7-7076-41E3-9B97-09D373CE85C2}" dt="2026-03-08T22:42:30.059" v="1143" actId="1037"/>
          <ac:picMkLst>
            <pc:docMk/>
            <pc:sldMk cId="3924792065" sldId="265"/>
            <ac:picMk id="61" creationId="{0DE8271D-A6BC-9C66-10B7-1B80A74D95FA}"/>
          </ac:picMkLst>
        </pc:picChg>
        <pc:picChg chg="add mod">
          <ac:chgData name="Gilbert Ciobanu" userId="42460b88-6d10-482a-af50-ac0907822f5a" providerId="ADAL" clId="{4AC046F7-7076-41E3-9B97-09D373CE85C2}" dt="2026-03-08T22:42:30.059" v="1143" actId="1037"/>
          <ac:picMkLst>
            <pc:docMk/>
            <pc:sldMk cId="3924792065" sldId="265"/>
            <ac:picMk id="63" creationId="{1892E72D-E052-F9E5-981C-AB1D70786C1C}"/>
          </ac:picMkLst>
        </pc:picChg>
        <pc:picChg chg="add mod">
          <ac:chgData name="Gilbert Ciobanu" userId="42460b88-6d10-482a-af50-ac0907822f5a" providerId="ADAL" clId="{4AC046F7-7076-41E3-9B97-09D373CE85C2}" dt="2026-03-08T22:42:30.059" v="1143" actId="1037"/>
          <ac:picMkLst>
            <pc:docMk/>
            <pc:sldMk cId="3924792065" sldId="265"/>
            <ac:picMk id="65" creationId="{3443A083-8F58-DEB9-2597-1C92DF754627}"/>
          </ac:picMkLst>
        </pc:picChg>
        <pc:picChg chg="add del mod">
          <ac:chgData name="Gilbert Ciobanu" userId="42460b88-6d10-482a-af50-ac0907822f5a" providerId="ADAL" clId="{4AC046F7-7076-41E3-9B97-09D373CE85C2}" dt="2026-03-08T21:40:14.105" v="710" actId="478"/>
          <ac:picMkLst>
            <pc:docMk/>
            <pc:sldMk cId="3924792065" sldId="265"/>
            <ac:picMk id="67" creationId="{1235DED6-77DD-CF38-2AAA-45584C9BF111}"/>
          </ac:picMkLst>
        </pc:picChg>
        <pc:picChg chg="add mod">
          <ac:chgData name="Gilbert Ciobanu" userId="42460b88-6d10-482a-af50-ac0907822f5a" providerId="ADAL" clId="{4AC046F7-7076-41E3-9B97-09D373CE85C2}" dt="2026-03-08T22:42:30.059" v="1143" actId="1037"/>
          <ac:picMkLst>
            <pc:docMk/>
            <pc:sldMk cId="3924792065" sldId="265"/>
            <ac:picMk id="69" creationId="{FD45FC7D-CCE8-C265-B263-A9924BA47925}"/>
          </ac:picMkLst>
        </pc:picChg>
        <pc:picChg chg="add del mod">
          <ac:chgData name="Gilbert Ciobanu" userId="42460b88-6d10-482a-af50-ac0907822f5a" providerId="ADAL" clId="{4AC046F7-7076-41E3-9B97-09D373CE85C2}" dt="2026-03-08T22:42:14.889" v="1117" actId="478"/>
          <ac:picMkLst>
            <pc:docMk/>
            <pc:sldMk cId="3924792065" sldId="265"/>
            <ac:picMk id="71" creationId="{050CECF3-A19E-3561-89B6-4BEB7285805F}"/>
          </ac:picMkLst>
        </pc:picChg>
        <pc:picChg chg="add mod">
          <ac:chgData name="Gilbert Ciobanu" userId="42460b88-6d10-482a-af50-ac0907822f5a" providerId="ADAL" clId="{4AC046F7-7076-41E3-9B97-09D373CE85C2}" dt="2026-03-09T19:41:01.774" v="1665" actId="1036"/>
          <ac:picMkLst>
            <pc:docMk/>
            <pc:sldMk cId="3924792065" sldId="265"/>
            <ac:picMk id="73" creationId="{1AC8DB21-F8E4-7F69-D5AF-CD7ED466FC80}"/>
          </ac:picMkLst>
        </pc:picChg>
        <pc:picChg chg="add del mod">
          <ac:chgData name="Gilbert Ciobanu" userId="42460b88-6d10-482a-af50-ac0907822f5a" providerId="ADAL" clId="{4AC046F7-7076-41E3-9B97-09D373CE85C2}" dt="2026-03-08T22:21:19.222" v="844" actId="478"/>
          <ac:picMkLst>
            <pc:docMk/>
            <pc:sldMk cId="3924792065" sldId="265"/>
            <ac:picMk id="75" creationId="{0699D111-0647-402C-E228-A1C269556AC8}"/>
          </ac:picMkLst>
        </pc:picChg>
        <pc:picChg chg="add del mod">
          <ac:chgData name="Gilbert Ciobanu" userId="42460b88-6d10-482a-af50-ac0907822f5a" providerId="ADAL" clId="{4AC046F7-7076-41E3-9B97-09D373CE85C2}" dt="2026-03-08T22:21:18.431" v="843" actId="478"/>
          <ac:picMkLst>
            <pc:docMk/>
            <pc:sldMk cId="3924792065" sldId="265"/>
            <ac:picMk id="77" creationId="{87A04791-6461-042C-7332-9B1CF9D5DE70}"/>
          </ac:picMkLst>
        </pc:picChg>
        <pc:picChg chg="add del mod">
          <ac:chgData name="Gilbert Ciobanu" userId="42460b88-6d10-482a-af50-ac0907822f5a" providerId="ADAL" clId="{4AC046F7-7076-41E3-9B97-09D373CE85C2}" dt="2026-03-08T23:14:27.850" v="1234" actId="478"/>
          <ac:picMkLst>
            <pc:docMk/>
            <pc:sldMk cId="3924792065" sldId="265"/>
            <ac:picMk id="79" creationId="{058EDA74-F5A1-2084-DCCF-7CB8A6ECDBE5}"/>
          </ac:picMkLst>
        </pc:picChg>
        <pc:picChg chg="add del mod">
          <ac:chgData name="Gilbert Ciobanu" userId="42460b88-6d10-482a-af50-ac0907822f5a" providerId="ADAL" clId="{4AC046F7-7076-41E3-9B97-09D373CE85C2}" dt="2026-03-08T23:14:27.025" v="1233" actId="478"/>
          <ac:picMkLst>
            <pc:docMk/>
            <pc:sldMk cId="3924792065" sldId="265"/>
            <ac:picMk id="81" creationId="{D362FBFC-E4AA-7C2C-85CA-3CDB5860806D}"/>
          </ac:picMkLst>
        </pc:picChg>
        <pc:picChg chg="add del mod">
          <ac:chgData name="Gilbert Ciobanu" userId="42460b88-6d10-482a-af50-ac0907822f5a" providerId="ADAL" clId="{4AC046F7-7076-41E3-9B97-09D373CE85C2}" dt="2026-03-08T22:40:22.840" v="1107" actId="478"/>
          <ac:picMkLst>
            <pc:docMk/>
            <pc:sldMk cId="3924792065" sldId="265"/>
            <ac:picMk id="82" creationId="{B32171BD-37EF-DF09-E99C-5DAE6E28D2F1}"/>
          </ac:picMkLst>
        </pc:picChg>
        <pc:picChg chg="add del mod">
          <ac:chgData name="Gilbert Ciobanu" userId="42460b88-6d10-482a-af50-ac0907822f5a" providerId="ADAL" clId="{4AC046F7-7076-41E3-9B97-09D373CE85C2}" dt="2026-03-08T22:40:22.840" v="1107" actId="478"/>
          <ac:picMkLst>
            <pc:docMk/>
            <pc:sldMk cId="3924792065" sldId="265"/>
            <ac:picMk id="83" creationId="{0FE01FB7-6AC3-0E0D-9054-6064E06C411D}"/>
          </ac:picMkLst>
        </pc:picChg>
        <pc:picChg chg="add mod">
          <ac:chgData name="Gilbert Ciobanu" userId="42460b88-6d10-482a-af50-ac0907822f5a" providerId="ADAL" clId="{4AC046F7-7076-41E3-9B97-09D373CE85C2}" dt="2026-03-09T19:41:21.639" v="1668" actId="164"/>
          <ac:picMkLst>
            <pc:docMk/>
            <pc:sldMk cId="3924792065" sldId="265"/>
            <ac:picMk id="85" creationId="{60DD5F59-75B4-DE6A-4D8D-54AFFEF6A239}"/>
          </ac:picMkLst>
        </pc:picChg>
        <pc:picChg chg="add mod">
          <ac:chgData name="Gilbert Ciobanu" userId="42460b88-6d10-482a-af50-ac0907822f5a" providerId="ADAL" clId="{4AC046F7-7076-41E3-9B97-09D373CE85C2}" dt="2026-03-09T19:41:21.639" v="1668" actId="164"/>
          <ac:picMkLst>
            <pc:docMk/>
            <pc:sldMk cId="3924792065" sldId="265"/>
            <ac:picMk id="87" creationId="{D0C6F756-9FBB-344A-FD6F-02F0DE108B49}"/>
          </ac:picMkLst>
        </pc:picChg>
        <pc:picChg chg="add del mod">
          <ac:chgData name="Gilbert Ciobanu" userId="42460b88-6d10-482a-af50-ac0907822f5a" providerId="ADAL" clId="{4AC046F7-7076-41E3-9B97-09D373CE85C2}" dt="2026-03-08T23:10:25.995" v="1226" actId="478"/>
          <ac:picMkLst>
            <pc:docMk/>
            <pc:sldMk cId="3924792065" sldId="265"/>
            <ac:picMk id="89" creationId="{5B9AE1A0-BA4B-240D-17E5-8420B7D4F7B5}"/>
          </ac:picMkLst>
        </pc:picChg>
        <pc:picChg chg="add del mod">
          <ac:chgData name="Gilbert Ciobanu" userId="42460b88-6d10-482a-af50-ac0907822f5a" providerId="ADAL" clId="{4AC046F7-7076-41E3-9B97-09D373CE85C2}" dt="2026-03-08T23:10:27.119" v="1227" actId="478"/>
          <ac:picMkLst>
            <pc:docMk/>
            <pc:sldMk cId="3924792065" sldId="265"/>
            <ac:picMk id="91" creationId="{A267E6C3-F549-DCDA-F294-959F5408B8BA}"/>
          </ac:picMkLst>
        </pc:picChg>
        <pc:picChg chg="add mod">
          <ac:chgData name="Gilbert Ciobanu" userId="42460b88-6d10-482a-af50-ac0907822f5a" providerId="ADAL" clId="{4AC046F7-7076-41E3-9B97-09D373CE85C2}" dt="2026-03-08T23:14:37.346" v="1235" actId="1076"/>
          <ac:picMkLst>
            <pc:docMk/>
            <pc:sldMk cId="3924792065" sldId="265"/>
            <ac:picMk id="93" creationId="{5F504F0F-2576-248C-B5A3-D8157A4C0044}"/>
          </ac:picMkLst>
        </pc:picChg>
        <pc:picChg chg="add mod">
          <ac:chgData name="Gilbert Ciobanu" userId="42460b88-6d10-482a-af50-ac0907822f5a" providerId="ADAL" clId="{4AC046F7-7076-41E3-9B97-09D373CE85C2}" dt="2026-03-09T19:41:01.774" v="1665" actId="1036"/>
          <ac:picMkLst>
            <pc:docMk/>
            <pc:sldMk cId="3924792065" sldId="265"/>
            <ac:picMk id="95" creationId="{D0B1A502-B91E-A489-E3AF-F0694E7D038E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46AFF1-346E-435C-ACB6-12843F67223F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04E973-C6A3-42BB-BAEF-F7E24395D0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7903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04E973-C6A3-42BB-BAEF-F7E24395D0B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18062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4E26E-1442-8029-C15B-DEE378A098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D07D0B-816F-E704-BA55-93CFF795D1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318069-989E-F552-A37A-BC644DD27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6A44D-94E8-46AA-B69D-FECAF5FFB99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7B12C3-6455-62F5-FDAC-2C05D62689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2B18D5-9C31-15D6-6D1B-E35E63E310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B9ADA-540E-4A65-A30D-ECDC93AD1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637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0C1B01-5890-29BA-259D-FBC53A48E5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60BF7E-1477-199C-22D6-8D90BC7E84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41224E-BD5C-580A-C347-4D38A814E6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6A44D-94E8-46AA-B69D-FECAF5FFB99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86EB0E-EAA2-4933-858B-5D0F4331F2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556818-041E-13B2-4E6E-24E125897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B9ADA-540E-4A65-A30D-ECDC93AD1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2813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F7F4C-B442-0A93-2955-4AE3AEFE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6667A1-E732-37C6-FEF9-C663BDEABF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3BA88C-CA6F-9A99-812A-29E0137929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6A44D-94E8-46AA-B69D-FECAF5FFB99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5EC65F-DC5E-D2E1-DB8D-BF912ADACF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660885-DC8D-5D6C-A5DC-3118E86F6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B9ADA-540E-4A65-A30D-ECDC93AD1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2070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E534EA-7343-134F-B10B-6AED52E2F7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2AD00F-608B-09AE-9736-B2E500F5ED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D87D93-B0C4-CD4E-D319-23DF5D2502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088901-AEF4-93B6-0C61-1683694F0F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6A44D-94E8-46AA-B69D-FECAF5FFB99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DEC72C-CDA5-EBCE-16AA-B293585B76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2D1F5B-790F-FF6E-77B2-26EE61CAFF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B9ADA-540E-4A65-A30D-ECDC93AD1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3045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363426-9E38-F634-D970-009121ABF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669B66-936F-A556-A47F-9D73F361EC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E4AD46-1079-F5E4-96A1-53D72A1091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08E6F59-AAF3-4644-8AB7-54DC3CD669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1012473-0FE4-80BE-A30F-02F0F5BA75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2D93308-406E-B72C-F4B0-A9C1F43D1E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6A44D-94E8-46AA-B69D-FECAF5FFB99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C59DAE3-D67F-26DE-CD49-9F5A55CB4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66C820-2C75-DDC2-4ACB-3F44B7A6C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B9ADA-540E-4A65-A30D-ECDC93AD1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475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FC4986-4792-FEFF-DA28-87D5CF8F1D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C4BA48-622F-36D3-3ABB-928360A7AE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6A44D-94E8-46AA-B69D-FECAF5FFB99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D1AFA9-2324-E8CE-328A-D1517A0861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CC4DAF-3954-0E79-D9F1-3F18AFED1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B9ADA-540E-4A65-A30D-ECDC93AD1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2384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E7F7678-9E88-4EE2-066A-527A39D56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6A44D-94E8-46AA-B69D-FECAF5FFB99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999D6D-4A6D-3C62-F03D-30A88E964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BA53B5-389D-8BF3-174A-FF56D7C448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B9ADA-540E-4A65-A30D-ECDC93AD1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74451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A0F41F-8829-DB0C-0F61-E12B08BE6C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F9FF83-AEE8-1DC4-41EA-A5570A4FBD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692273-D023-B5FD-10B4-EAD48B81EA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AFCDDF-DAC9-1151-F178-2DD198A01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6A44D-94E8-46AA-B69D-FECAF5FFB99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29AC8C-6A29-1B75-A425-6BF795F2AD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0940E6-AAFC-1654-6243-2B5A41342F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B9ADA-540E-4A65-A30D-ECDC93AD1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3428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AF986F-16AE-BAD5-CAC2-ECE94BC4E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7BC4230-2E93-5529-E533-9A67997958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AEF689-045D-D9BC-1D27-580B89CFB0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C4EDEE-3977-CC50-D5D6-7DDCF2C10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6A44D-94E8-46AA-B69D-FECAF5FFB99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B71CA0-6C69-995F-76C2-08F7E1B1A8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5F2A3A-7178-61B7-B41A-2D3F3F0754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B9ADA-540E-4A65-A30D-ECDC93AD1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06630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B735D-7484-C476-5B48-9FF8D4A16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EB0E50-B25B-0990-C62E-4F8B481AF4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651647-4A16-0B88-BF32-8FECFC7B6A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6A44D-94E8-46AA-B69D-FECAF5FFB99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DEBC25-7BD1-CE5F-1B6D-81B38A557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203C7B-C779-E76C-DC20-56812A59A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B9ADA-540E-4A65-A30D-ECDC93AD1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7690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772794C-BA59-6C7F-F947-2DEE0E261D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E5D1AC-A992-003E-9155-6FE6DEF2EE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ED262D-CE50-EA69-1850-FE9B1B98A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6A44D-94E8-46AA-B69D-FECAF5FFB99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A12DFA-CBC6-1726-B556-1259A90AE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13265D-7840-969F-E55E-35DB84D7E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B9ADA-540E-4A65-A30D-ECDC93AD1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63890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520ABDD-598C-C4CB-DB9E-EC8FBDD6E9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600221-01AC-335A-DD00-5836F89B1D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141121-A756-F9A1-E758-48A511FDA9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B6A44D-94E8-46AA-B69D-FECAF5FFB99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8CFF51-30C6-AF38-C6FD-8BFDC2A3D3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129DCC-A649-99E0-13A4-F4C022D745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4B9ADA-540E-4A65-A30D-ECDC93AD1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6882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.png"/><Relationship Id="rId18" Type="http://schemas.openxmlformats.org/officeDocument/2006/relationships/image" Target="../media/image16.svg"/><Relationship Id="rId26" Type="http://schemas.openxmlformats.org/officeDocument/2006/relationships/image" Target="../media/image24.svg"/><Relationship Id="rId39" Type="http://schemas.openxmlformats.org/officeDocument/2006/relationships/image" Target="../media/image37.png"/><Relationship Id="rId21" Type="http://schemas.openxmlformats.org/officeDocument/2006/relationships/image" Target="../media/image19.png"/><Relationship Id="rId34" Type="http://schemas.openxmlformats.org/officeDocument/2006/relationships/image" Target="../media/image32.svg"/><Relationship Id="rId42" Type="http://schemas.openxmlformats.org/officeDocument/2006/relationships/image" Target="../media/image40.svg"/><Relationship Id="rId47" Type="http://schemas.openxmlformats.org/officeDocument/2006/relationships/image" Target="../media/image45.png"/><Relationship Id="rId50" Type="http://schemas.openxmlformats.org/officeDocument/2006/relationships/image" Target="../media/image48.svg"/><Relationship Id="rId55" Type="http://schemas.openxmlformats.org/officeDocument/2006/relationships/image" Target="../media/image53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svg"/><Relationship Id="rId29" Type="http://schemas.openxmlformats.org/officeDocument/2006/relationships/image" Target="../media/image27.png"/><Relationship Id="rId11" Type="http://schemas.openxmlformats.org/officeDocument/2006/relationships/image" Target="../media/image9.png"/><Relationship Id="rId24" Type="http://schemas.openxmlformats.org/officeDocument/2006/relationships/image" Target="../media/image22.svg"/><Relationship Id="rId32" Type="http://schemas.openxmlformats.org/officeDocument/2006/relationships/image" Target="../media/image30.svg"/><Relationship Id="rId37" Type="http://schemas.openxmlformats.org/officeDocument/2006/relationships/image" Target="../media/image35.png"/><Relationship Id="rId40" Type="http://schemas.openxmlformats.org/officeDocument/2006/relationships/image" Target="../media/image38.svg"/><Relationship Id="rId45" Type="http://schemas.openxmlformats.org/officeDocument/2006/relationships/image" Target="../media/image43.png"/><Relationship Id="rId53" Type="http://schemas.openxmlformats.org/officeDocument/2006/relationships/image" Target="../media/image51.png"/><Relationship Id="rId5" Type="http://schemas.openxmlformats.org/officeDocument/2006/relationships/image" Target="../media/image3.png"/><Relationship Id="rId10" Type="http://schemas.openxmlformats.org/officeDocument/2006/relationships/image" Target="../media/image8.svg"/><Relationship Id="rId19" Type="http://schemas.openxmlformats.org/officeDocument/2006/relationships/image" Target="../media/image17.png"/><Relationship Id="rId31" Type="http://schemas.openxmlformats.org/officeDocument/2006/relationships/image" Target="../media/image29.png"/><Relationship Id="rId44" Type="http://schemas.openxmlformats.org/officeDocument/2006/relationships/image" Target="../media/image42.svg"/><Relationship Id="rId52" Type="http://schemas.openxmlformats.org/officeDocument/2006/relationships/image" Target="../media/image50.svg"/><Relationship Id="rId4" Type="http://schemas.openxmlformats.org/officeDocument/2006/relationships/image" Target="../media/image2.svg"/><Relationship Id="rId9" Type="http://schemas.openxmlformats.org/officeDocument/2006/relationships/image" Target="../media/image7.png"/><Relationship Id="rId14" Type="http://schemas.openxmlformats.org/officeDocument/2006/relationships/image" Target="../media/image12.svg"/><Relationship Id="rId22" Type="http://schemas.openxmlformats.org/officeDocument/2006/relationships/image" Target="../media/image20.svg"/><Relationship Id="rId27" Type="http://schemas.openxmlformats.org/officeDocument/2006/relationships/image" Target="../media/image25.png"/><Relationship Id="rId30" Type="http://schemas.openxmlformats.org/officeDocument/2006/relationships/image" Target="../media/image28.svg"/><Relationship Id="rId35" Type="http://schemas.openxmlformats.org/officeDocument/2006/relationships/image" Target="../media/image33.png"/><Relationship Id="rId43" Type="http://schemas.openxmlformats.org/officeDocument/2006/relationships/image" Target="../media/image41.png"/><Relationship Id="rId48" Type="http://schemas.openxmlformats.org/officeDocument/2006/relationships/image" Target="../media/image46.svg"/><Relationship Id="rId56" Type="http://schemas.openxmlformats.org/officeDocument/2006/relationships/image" Target="../media/image54.svg"/><Relationship Id="rId8" Type="http://schemas.openxmlformats.org/officeDocument/2006/relationships/image" Target="../media/image6.svg"/><Relationship Id="rId51" Type="http://schemas.openxmlformats.org/officeDocument/2006/relationships/image" Target="../media/image49.png"/><Relationship Id="rId3" Type="http://schemas.openxmlformats.org/officeDocument/2006/relationships/image" Target="../media/image1.png"/><Relationship Id="rId12" Type="http://schemas.openxmlformats.org/officeDocument/2006/relationships/image" Target="../media/image10.sv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33" Type="http://schemas.openxmlformats.org/officeDocument/2006/relationships/image" Target="../media/image31.png"/><Relationship Id="rId38" Type="http://schemas.openxmlformats.org/officeDocument/2006/relationships/image" Target="../media/image36.svg"/><Relationship Id="rId46" Type="http://schemas.openxmlformats.org/officeDocument/2006/relationships/image" Target="../media/image44.svg"/><Relationship Id="rId20" Type="http://schemas.openxmlformats.org/officeDocument/2006/relationships/image" Target="../media/image18.svg"/><Relationship Id="rId41" Type="http://schemas.openxmlformats.org/officeDocument/2006/relationships/image" Target="../media/image39.png"/><Relationship Id="rId54" Type="http://schemas.openxmlformats.org/officeDocument/2006/relationships/image" Target="../media/image5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28" Type="http://schemas.openxmlformats.org/officeDocument/2006/relationships/image" Target="../media/image26.svg"/><Relationship Id="rId36" Type="http://schemas.openxmlformats.org/officeDocument/2006/relationships/image" Target="../media/image34.svg"/><Relationship Id="rId49" Type="http://schemas.openxmlformats.org/officeDocument/2006/relationships/image" Target="../media/image4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13" Type="http://schemas.openxmlformats.org/officeDocument/2006/relationships/image" Target="../media/image66.svg"/><Relationship Id="rId18" Type="http://schemas.openxmlformats.org/officeDocument/2006/relationships/image" Target="../media/image71.png"/><Relationship Id="rId3" Type="http://schemas.openxmlformats.org/officeDocument/2006/relationships/image" Target="../media/image56.svg"/><Relationship Id="rId7" Type="http://schemas.openxmlformats.org/officeDocument/2006/relationships/image" Target="../media/image60.svg"/><Relationship Id="rId12" Type="http://schemas.openxmlformats.org/officeDocument/2006/relationships/image" Target="../media/image65.png"/><Relationship Id="rId17" Type="http://schemas.openxmlformats.org/officeDocument/2006/relationships/image" Target="../media/image70.svg"/><Relationship Id="rId2" Type="http://schemas.openxmlformats.org/officeDocument/2006/relationships/image" Target="../media/image55.png"/><Relationship Id="rId16" Type="http://schemas.openxmlformats.org/officeDocument/2006/relationships/image" Target="../media/image69.png"/><Relationship Id="rId20" Type="http://schemas.openxmlformats.org/officeDocument/2006/relationships/image" Target="../media/image7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9.png"/><Relationship Id="rId11" Type="http://schemas.openxmlformats.org/officeDocument/2006/relationships/image" Target="../media/image64.svg"/><Relationship Id="rId5" Type="http://schemas.openxmlformats.org/officeDocument/2006/relationships/image" Target="../media/image58.svg"/><Relationship Id="rId15" Type="http://schemas.openxmlformats.org/officeDocument/2006/relationships/image" Target="../media/image68.svg"/><Relationship Id="rId10" Type="http://schemas.openxmlformats.org/officeDocument/2006/relationships/image" Target="../media/image63.png"/><Relationship Id="rId19" Type="http://schemas.openxmlformats.org/officeDocument/2006/relationships/image" Target="../media/image72.png"/><Relationship Id="rId4" Type="http://schemas.openxmlformats.org/officeDocument/2006/relationships/image" Target="../media/image57.png"/><Relationship Id="rId9" Type="http://schemas.openxmlformats.org/officeDocument/2006/relationships/image" Target="../media/image62.svg"/><Relationship Id="rId14" Type="http://schemas.openxmlformats.org/officeDocument/2006/relationships/image" Target="../media/image6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89F5E696-302E-B4B2-6BEE-CBC4324C6A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9351" y="1460500"/>
            <a:ext cx="914400" cy="914400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A632B9D1-B2B6-D07E-18CF-1E943D9539C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152651" y="1460500"/>
            <a:ext cx="914400" cy="914400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C5C07AC5-75E0-706F-0E13-7E6BC2DE610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49351" y="2461683"/>
            <a:ext cx="914400" cy="914400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6C1B9D6F-C884-1B67-DBCD-B4FA4F97AC5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152651" y="2461683"/>
            <a:ext cx="914400" cy="914400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99E3DE10-1F2D-8A26-AED8-5DFEFE18964F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860800" y="1460500"/>
            <a:ext cx="914400" cy="914400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46621831-4C9F-2BC3-FF05-E4DD8EE361F1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864100" y="1460500"/>
            <a:ext cx="914400" cy="914400"/>
          </a:xfrm>
          <a:prstGeom prst="rect">
            <a:avLst/>
          </a:prstGeom>
        </p:spPr>
      </p:pic>
      <p:pic>
        <p:nvPicPr>
          <p:cNvPr id="22" name="Graphic 21">
            <a:extLst>
              <a:ext uri="{FF2B5EF4-FFF2-40B4-BE49-F238E27FC236}">
                <a16:creationId xmlns:a16="http://schemas.microsoft.com/office/drawing/2014/main" id="{C33FA4DB-6B8C-16BB-1E15-EA27EC9E27CB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769099" y="1460500"/>
            <a:ext cx="914400" cy="914400"/>
          </a:xfrm>
          <a:prstGeom prst="rect">
            <a:avLst/>
          </a:prstGeom>
        </p:spPr>
      </p:pic>
      <p:pic>
        <p:nvPicPr>
          <p:cNvPr id="24" name="Graphic 23">
            <a:extLst>
              <a:ext uri="{FF2B5EF4-FFF2-40B4-BE49-F238E27FC236}">
                <a16:creationId xmlns:a16="http://schemas.microsoft.com/office/drawing/2014/main" id="{F2B4E64F-D9CE-659F-B7D9-63960A4DF65F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7772399" y="1460500"/>
            <a:ext cx="914400" cy="914400"/>
          </a:xfrm>
          <a:prstGeom prst="rect">
            <a:avLst/>
          </a:prstGeom>
        </p:spPr>
      </p:pic>
      <p:pic>
        <p:nvPicPr>
          <p:cNvPr id="26" name="Graphic 25">
            <a:extLst>
              <a:ext uri="{FF2B5EF4-FFF2-40B4-BE49-F238E27FC236}">
                <a16:creationId xmlns:a16="http://schemas.microsoft.com/office/drawing/2014/main" id="{5B5AA2C8-F300-E75E-EDB0-C4769C92F6BE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9690097" y="1460500"/>
            <a:ext cx="914400" cy="914400"/>
          </a:xfrm>
          <a:prstGeom prst="rect">
            <a:avLst/>
          </a:prstGeom>
        </p:spPr>
      </p:pic>
      <p:pic>
        <p:nvPicPr>
          <p:cNvPr id="28" name="Graphic 27">
            <a:extLst>
              <a:ext uri="{FF2B5EF4-FFF2-40B4-BE49-F238E27FC236}">
                <a16:creationId xmlns:a16="http://schemas.microsoft.com/office/drawing/2014/main" id="{2C4D7C75-E821-1F31-854C-79EE3EB6B1F6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10693397" y="1460500"/>
            <a:ext cx="914400" cy="914400"/>
          </a:xfrm>
          <a:prstGeom prst="rect">
            <a:avLst/>
          </a:prstGeom>
        </p:spPr>
      </p:pic>
      <p:pic>
        <p:nvPicPr>
          <p:cNvPr id="34" name="Graphic 33">
            <a:extLst>
              <a:ext uri="{FF2B5EF4-FFF2-40B4-BE49-F238E27FC236}">
                <a16:creationId xmlns:a16="http://schemas.microsoft.com/office/drawing/2014/main" id="{7AA7C1AF-9F27-0FB8-6751-3DB30DE30034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149351" y="4464050"/>
            <a:ext cx="914400" cy="914400"/>
          </a:xfrm>
          <a:prstGeom prst="rect">
            <a:avLst/>
          </a:prstGeom>
        </p:spPr>
      </p:pic>
      <p:pic>
        <p:nvPicPr>
          <p:cNvPr id="36" name="Graphic 35">
            <a:extLst>
              <a:ext uri="{FF2B5EF4-FFF2-40B4-BE49-F238E27FC236}">
                <a16:creationId xmlns:a16="http://schemas.microsoft.com/office/drawing/2014/main" id="{27FE3B00-5348-2FC2-50E4-B147573CF435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2152651" y="4464050"/>
            <a:ext cx="914400" cy="914400"/>
          </a:xfrm>
          <a:prstGeom prst="rect">
            <a:avLst/>
          </a:prstGeom>
        </p:spPr>
      </p:pic>
      <p:pic>
        <p:nvPicPr>
          <p:cNvPr id="38" name="Graphic 37">
            <a:extLst>
              <a:ext uri="{FF2B5EF4-FFF2-40B4-BE49-F238E27FC236}">
                <a16:creationId xmlns:a16="http://schemas.microsoft.com/office/drawing/2014/main" id="{7C7BCE5F-D883-814A-6BF7-40089515FF09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146051" y="3441700"/>
            <a:ext cx="914400" cy="914400"/>
          </a:xfrm>
          <a:prstGeom prst="rect">
            <a:avLst/>
          </a:prstGeom>
        </p:spPr>
      </p:pic>
      <p:pic>
        <p:nvPicPr>
          <p:cNvPr id="40" name="Graphic 39">
            <a:extLst>
              <a:ext uri="{FF2B5EF4-FFF2-40B4-BE49-F238E27FC236}">
                <a16:creationId xmlns:a16="http://schemas.microsoft.com/office/drawing/2014/main" id="{10E3C6DA-DC5C-F8CE-E221-6C497658149A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2152651" y="3462866"/>
            <a:ext cx="914400" cy="914400"/>
          </a:xfrm>
          <a:prstGeom prst="rect">
            <a:avLst/>
          </a:prstGeom>
        </p:spPr>
      </p:pic>
      <p:pic>
        <p:nvPicPr>
          <p:cNvPr id="43" name="Graphic 42">
            <a:extLst>
              <a:ext uri="{FF2B5EF4-FFF2-40B4-BE49-F238E27FC236}">
                <a16:creationId xmlns:a16="http://schemas.microsoft.com/office/drawing/2014/main" id="{397BFDE9-52F4-2329-8BA8-72C8F380179C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1149351" y="3462866"/>
            <a:ext cx="914400" cy="914400"/>
          </a:xfrm>
          <a:prstGeom prst="rect">
            <a:avLst/>
          </a:prstGeom>
        </p:spPr>
      </p:pic>
      <p:pic>
        <p:nvPicPr>
          <p:cNvPr id="45" name="Graphic 44">
            <a:extLst>
              <a:ext uri="{FF2B5EF4-FFF2-40B4-BE49-F238E27FC236}">
                <a16:creationId xmlns:a16="http://schemas.microsoft.com/office/drawing/2014/main" id="{03D0B87F-631F-BCD3-7173-3F31B80911D5}"/>
              </a:ext>
            </a:extLst>
          </p:cNvPr>
          <p:cNvPicPr>
            <a:picLocks noChangeAspect="1"/>
          </p:cNvPicPr>
          <p:nvPr/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9690097" y="2461683"/>
            <a:ext cx="914400" cy="914400"/>
          </a:xfrm>
          <a:prstGeom prst="rect">
            <a:avLst/>
          </a:prstGeom>
        </p:spPr>
      </p:pic>
      <p:pic>
        <p:nvPicPr>
          <p:cNvPr id="47" name="Graphic 46">
            <a:extLst>
              <a:ext uri="{FF2B5EF4-FFF2-40B4-BE49-F238E27FC236}">
                <a16:creationId xmlns:a16="http://schemas.microsoft.com/office/drawing/2014/main" id="{0B8A15E9-7E0D-FDA3-18C4-673258626B50}"/>
              </a:ext>
            </a:extLst>
          </p:cNvPr>
          <p:cNvPicPr>
            <a:picLocks noChangeAspect="1"/>
          </p:cNvPicPr>
          <p:nvPr/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10693397" y="2461683"/>
            <a:ext cx="914400" cy="914400"/>
          </a:xfrm>
          <a:prstGeom prst="rect">
            <a:avLst/>
          </a:prstGeom>
        </p:spPr>
      </p:pic>
      <p:pic>
        <p:nvPicPr>
          <p:cNvPr id="59" name="Graphic 58">
            <a:extLst>
              <a:ext uri="{FF2B5EF4-FFF2-40B4-BE49-F238E27FC236}">
                <a16:creationId xmlns:a16="http://schemas.microsoft.com/office/drawing/2014/main" id="{D190866F-CBBF-DE3F-2776-70B92DD8CF72}"/>
              </a:ext>
            </a:extLst>
          </p:cNvPr>
          <p:cNvPicPr>
            <a:picLocks noChangeAspect="1"/>
          </p:cNvPicPr>
          <p:nvPr/>
        </p:nvPicPr>
        <p:blipFill>
          <a:blip r:embed="rId37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6769099" y="2461683"/>
            <a:ext cx="914400" cy="914400"/>
          </a:xfrm>
          <a:prstGeom prst="rect">
            <a:avLst/>
          </a:prstGeom>
        </p:spPr>
      </p:pic>
      <p:pic>
        <p:nvPicPr>
          <p:cNvPr id="61" name="Graphic 60">
            <a:extLst>
              <a:ext uri="{FF2B5EF4-FFF2-40B4-BE49-F238E27FC236}">
                <a16:creationId xmlns:a16="http://schemas.microsoft.com/office/drawing/2014/main" id="{0DE8271D-A6BC-9C66-10B7-1B80A74D95FA}"/>
              </a:ext>
            </a:extLst>
          </p:cNvPr>
          <p:cNvPicPr>
            <a:picLocks noChangeAspect="1"/>
          </p:cNvPicPr>
          <p:nvPr/>
        </p:nvPicPr>
        <p:blipFill>
          <a:blip r:embed="rId39"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7772399" y="2461683"/>
            <a:ext cx="914400" cy="914400"/>
          </a:xfrm>
          <a:prstGeom prst="rect">
            <a:avLst/>
          </a:prstGeom>
        </p:spPr>
      </p:pic>
      <p:pic>
        <p:nvPicPr>
          <p:cNvPr id="63" name="Graphic 62">
            <a:extLst>
              <a:ext uri="{FF2B5EF4-FFF2-40B4-BE49-F238E27FC236}">
                <a16:creationId xmlns:a16="http://schemas.microsoft.com/office/drawing/2014/main" id="{1892E72D-E052-F9E5-981C-AB1D70786C1C}"/>
              </a:ext>
            </a:extLst>
          </p:cNvPr>
          <p:cNvPicPr>
            <a:picLocks noChangeAspect="1"/>
          </p:cNvPicPr>
          <p:nvPr/>
        </p:nvPicPr>
        <p:blipFill>
          <a:blip r:embed="rId41"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tretch>
            <a:fillRect/>
          </a:stretch>
        </p:blipFill>
        <p:spPr>
          <a:xfrm>
            <a:off x="6769099" y="3462866"/>
            <a:ext cx="914400" cy="914400"/>
          </a:xfrm>
          <a:prstGeom prst="rect">
            <a:avLst/>
          </a:prstGeom>
        </p:spPr>
      </p:pic>
      <p:pic>
        <p:nvPicPr>
          <p:cNvPr id="65" name="Graphic 64">
            <a:extLst>
              <a:ext uri="{FF2B5EF4-FFF2-40B4-BE49-F238E27FC236}">
                <a16:creationId xmlns:a16="http://schemas.microsoft.com/office/drawing/2014/main" id="{3443A083-8F58-DEB9-2597-1C92DF754627}"/>
              </a:ext>
            </a:extLst>
          </p:cNvPr>
          <p:cNvPicPr>
            <a:picLocks noChangeAspect="1"/>
          </p:cNvPicPr>
          <p:nvPr/>
        </p:nvPicPr>
        <p:blipFill>
          <a:blip r:embed="rId43"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tretch>
            <a:fillRect/>
          </a:stretch>
        </p:blipFill>
        <p:spPr>
          <a:xfrm>
            <a:off x="7772399" y="3462866"/>
            <a:ext cx="914400" cy="914400"/>
          </a:xfrm>
          <a:prstGeom prst="rect">
            <a:avLst/>
          </a:prstGeom>
        </p:spPr>
      </p:pic>
      <p:pic>
        <p:nvPicPr>
          <p:cNvPr id="69" name="Graphic 68">
            <a:extLst>
              <a:ext uri="{FF2B5EF4-FFF2-40B4-BE49-F238E27FC236}">
                <a16:creationId xmlns:a16="http://schemas.microsoft.com/office/drawing/2014/main" id="{FD45FC7D-CCE8-C265-B263-A9924BA47925}"/>
              </a:ext>
            </a:extLst>
          </p:cNvPr>
          <p:cNvPicPr>
            <a:picLocks noChangeAspect="1"/>
          </p:cNvPicPr>
          <p:nvPr/>
        </p:nvPicPr>
        <p:blipFill>
          <a:blip r:embed="rId45"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tretch>
            <a:fillRect/>
          </a:stretch>
        </p:blipFill>
        <p:spPr>
          <a:xfrm>
            <a:off x="7772399" y="4464050"/>
            <a:ext cx="914400" cy="914400"/>
          </a:xfrm>
          <a:prstGeom prst="rect">
            <a:avLst/>
          </a:prstGeom>
        </p:spPr>
      </p:pic>
      <p:pic>
        <p:nvPicPr>
          <p:cNvPr id="73" name="Graphic 72">
            <a:extLst>
              <a:ext uri="{FF2B5EF4-FFF2-40B4-BE49-F238E27FC236}">
                <a16:creationId xmlns:a16="http://schemas.microsoft.com/office/drawing/2014/main" id="{1AC8DB21-F8E4-7F69-D5AF-CD7ED466FC80}"/>
              </a:ext>
            </a:extLst>
          </p:cNvPr>
          <p:cNvPicPr>
            <a:picLocks noChangeAspect="1"/>
          </p:cNvPicPr>
          <p:nvPr/>
        </p:nvPicPr>
        <p:blipFill>
          <a:blip r:embed="rId47"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tretch>
            <a:fillRect/>
          </a:stretch>
        </p:blipFill>
        <p:spPr>
          <a:xfrm>
            <a:off x="6769099" y="4464050"/>
            <a:ext cx="914400" cy="914400"/>
          </a:xfrm>
          <a:prstGeom prst="rect">
            <a:avLst/>
          </a:prstGeom>
        </p:spPr>
      </p:pic>
      <p:pic>
        <p:nvPicPr>
          <p:cNvPr id="85" name="Graphic 84">
            <a:extLst>
              <a:ext uri="{FF2B5EF4-FFF2-40B4-BE49-F238E27FC236}">
                <a16:creationId xmlns:a16="http://schemas.microsoft.com/office/drawing/2014/main" id="{60DD5F59-75B4-DE6A-4D8D-54AFFEF6A239}"/>
              </a:ext>
            </a:extLst>
          </p:cNvPr>
          <p:cNvPicPr>
            <a:picLocks noChangeAspect="1"/>
          </p:cNvPicPr>
          <p:nvPr/>
        </p:nvPicPr>
        <p:blipFill>
          <a:blip r:embed="rId49"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tretch>
            <a:fillRect/>
          </a:stretch>
        </p:blipFill>
        <p:spPr>
          <a:xfrm>
            <a:off x="1149351" y="5465234"/>
            <a:ext cx="914400" cy="914400"/>
          </a:xfrm>
          <a:prstGeom prst="rect">
            <a:avLst/>
          </a:prstGeom>
        </p:spPr>
      </p:pic>
      <p:pic>
        <p:nvPicPr>
          <p:cNvPr id="87" name="Graphic 86">
            <a:extLst>
              <a:ext uri="{FF2B5EF4-FFF2-40B4-BE49-F238E27FC236}">
                <a16:creationId xmlns:a16="http://schemas.microsoft.com/office/drawing/2014/main" id="{D0C6F756-9FBB-344A-FD6F-02F0DE108B49}"/>
              </a:ext>
            </a:extLst>
          </p:cNvPr>
          <p:cNvPicPr>
            <a:picLocks noChangeAspect="1"/>
          </p:cNvPicPr>
          <p:nvPr/>
        </p:nvPicPr>
        <p:blipFill>
          <a:blip r:embed="rId51">
            <a:extLst>
              <a:ext uri="{96DAC541-7B7A-43D3-8B79-37D633B846F1}">
                <asvg:svgBlip xmlns:asvg="http://schemas.microsoft.com/office/drawing/2016/SVG/main" r:embed="rId52"/>
              </a:ext>
            </a:extLst>
          </a:blip>
          <a:stretch>
            <a:fillRect/>
          </a:stretch>
        </p:blipFill>
        <p:spPr>
          <a:xfrm>
            <a:off x="2152651" y="5465234"/>
            <a:ext cx="914400" cy="914400"/>
          </a:xfrm>
          <a:prstGeom prst="rect">
            <a:avLst/>
          </a:prstGeom>
        </p:spPr>
      </p:pic>
      <p:pic>
        <p:nvPicPr>
          <p:cNvPr id="93" name="Graphic 92">
            <a:extLst>
              <a:ext uri="{FF2B5EF4-FFF2-40B4-BE49-F238E27FC236}">
                <a16:creationId xmlns:a16="http://schemas.microsoft.com/office/drawing/2014/main" id="{5F504F0F-2576-248C-B5A3-D8157A4C0044}"/>
              </a:ext>
            </a:extLst>
          </p:cNvPr>
          <p:cNvPicPr>
            <a:picLocks noChangeAspect="1"/>
          </p:cNvPicPr>
          <p:nvPr/>
        </p:nvPicPr>
        <p:blipFill>
          <a:blip r:embed="rId53">
            <a:extLst>
              <a:ext uri="{96DAC541-7B7A-43D3-8B79-37D633B846F1}">
                <asvg:svgBlip xmlns:asvg="http://schemas.microsoft.com/office/drawing/2016/SVG/main" r:embed="rId54"/>
              </a:ext>
            </a:extLst>
          </a:blip>
          <a:stretch>
            <a:fillRect/>
          </a:stretch>
        </p:blipFill>
        <p:spPr>
          <a:xfrm>
            <a:off x="3860800" y="2461683"/>
            <a:ext cx="914400" cy="914400"/>
          </a:xfrm>
          <a:prstGeom prst="rect">
            <a:avLst/>
          </a:prstGeom>
        </p:spPr>
      </p:pic>
      <p:pic>
        <p:nvPicPr>
          <p:cNvPr id="95" name="Graphic 94">
            <a:extLst>
              <a:ext uri="{FF2B5EF4-FFF2-40B4-BE49-F238E27FC236}">
                <a16:creationId xmlns:a16="http://schemas.microsoft.com/office/drawing/2014/main" id="{D0B1A502-B91E-A489-E3AF-F0694E7D038E}"/>
              </a:ext>
            </a:extLst>
          </p:cNvPr>
          <p:cNvPicPr>
            <a:picLocks noChangeAspect="1"/>
          </p:cNvPicPr>
          <p:nvPr/>
        </p:nvPicPr>
        <p:blipFill>
          <a:blip r:embed="rId55">
            <a:extLst>
              <a:ext uri="{96DAC541-7B7A-43D3-8B79-37D633B846F1}">
                <asvg:svgBlip xmlns:asvg="http://schemas.microsoft.com/office/drawing/2016/SVG/main" r:embed="rId56"/>
              </a:ext>
            </a:extLst>
          </a:blip>
          <a:stretch>
            <a:fillRect/>
          </a:stretch>
        </p:blipFill>
        <p:spPr>
          <a:xfrm>
            <a:off x="4864100" y="2461683"/>
            <a:ext cx="914400" cy="9144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5AE8277-11AB-6AF3-E0B4-7B1E52F36C01}"/>
              </a:ext>
            </a:extLst>
          </p:cNvPr>
          <p:cNvSpPr txBox="1"/>
          <p:nvPr/>
        </p:nvSpPr>
        <p:spPr>
          <a:xfrm>
            <a:off x="146051" y="324477"/>
            <a:ext cx="33273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Icons with default resolution</a:t>
            </a:r>
            <a:r>
              <a:rPr lang="en-US" sz="1200" b="1" dirty="0"/>
              <a:t> </a:t>
            </a:r>
            <a:r>
              <a:rPr lang="en-US" sz="1100" dirty="0"/>
              <a:t>(96 x 96 </a:t>
            </a:r>
            <a:r>
              <a:rPr lang="en-US" sz="1100" dirty="0" err="1"/>
              <a:t>px</a:t>
            </a:r>
            <a:r>
              <a:rPr lang="en-US" sz="11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9247920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70593DC2-952C-9694-1151-CD4E973165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87650" y="1019175"/>
            <a:ext cx="1828800" cy="45720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EB440D2F-D297-5B38-F0E4-CA317E9D292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3725" y="1574800"/>
            <a:ext cx="1828800" cy="4572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EB439654-23EB-9337-D0E6-ED21F703DD6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787650" y="1574800"/>
            <a:ext cx="1828800" cy="4572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92C48F8F-04F6-DE73-6699-DE6B3634C3B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93725" y="1019175"/>
            <a:ext cx="1828800" cy="457200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3F6D2FED-045A-9835-25CE-584F0D3D6F2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787650" y="463550"/>
            <a:ext cx="1828800" cy="457200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D3F3A9D9-B380-B125-995C-D25F2E9085A6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93725" y="463550"/>
            <a:ext cx="1828800" cy="457200"/>
          </a:xfrm>
          <a:prstGeom prst="rect">
            <a:avLst/>
          </a:prstGeom>
        </p:spPr>
      </p:pic>
      <p:pic>
        <p:nvPicPr>
          <p:cNvPr id="23" name="Graphic 22">
            <a:extLst>
              <a:ext uri="{FF2B5EF4-FFF2-40B4-BE49-F238E27FC236}">
                <a16:creationId xmlns:a16="http://schemas.microsoft.com/office/drawing/2014/main" id="{1606024A-6A61-12FB-C040-5334E088E1A7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93725" y="2520950"/>
            <a:ext cx="1828800" cy="457200"/>
          </a:xfrm>
          <a:prstGeom prst="rect">
            <a:avLst/>
          </a:pr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26B77F10-D26C-76F1-21E6-70CAB904F70B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2787650" y="2520950"/>
            <a:ext cx="1828800" cy="45720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F572575F-0789-7A89-430B-ED482C7BA276}"/>
              </a:ext>
            </a:extLst>
          </p:cNvPr>
          <p:cNvPicPr>
            <a:picLocks noChangeAspect="1"/>
          </p:cNvPicPr>
          <p:nvPr/>
        </p:nvPicPr>
        <p:blipFill>
          <a:blip r:embed="rId18"/>
          <a:srcRect r="2011"/>
          <a:stretch>
            <a:fillRect/>
          </a:stretch>
        </p:blipFill>
        <p:spPr>
          <a:xfrm>
            <a:off x="593725" y="5768135"/>
            <a:ext cx="9283242" cy="899364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81E74381-C64E-21E2-4418-72F069CF8B24}"/>
              </a:ext>
            </a:extLst>
          </p:cNvPr>
          <p:cNvSpPr txBox="1"/>
          <p:nvPr/>
        </p:nvSpPr>
        <p:spPr>
          <a:xfrm>
            <a:off x="593725" y="5506525"/>
            <a:ext cx="21653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Rendered in Power BI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60A0050-05F8-13B3-9D76-288A0FB92C81}"/>
              </a:ext>
            </a:extLst>
          </p:cNvPr>
          <p:cNvSpPr txBox="1"/>
          <p:nvPr/>
        </p:nvSpPr>
        <p:spPr>
          <a:xfrm>
            <a:off x="5070474" y="2520950"/>
            <a:ext cx="2587625" cy="5078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100" dirty="0"/>
              <a:t>Arial is available in Power BI, font not converted to path, it renders correctly in Power BI (center, middle)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6B43BAB-12DB-E9E6-6EB2-0F8D6295CBA9}"/>
              </a:ext>
            </a:extLst>
          </p:cNvPr>
          <p:cNvSpPr txBox="1"/>
          <p:nvPr/>
        </p:nvSpPr>
        <p:spPr>
          <a:xfrm>
            <a:off x="5070475" y="1019175"/>
            <a:ext cx="2587624" cy="3385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100" dirty="0"/>
              <a:t>Poppins bold and Figtree Black 900, not available in Power BI, converted to paths 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571E196-F608-F360-0881-7546B5A20CEF}"/>
              </a:ext>
            </a:extLst>
          </p:cNvPr>
          <p:cNvSpPr txBox="1"/>
          <p:nvPr/>
        </p:nvSpPr>
        <p:spPr>
          <a:xfrm>
            <a:off x="5070474" y="463550"/>
            <a:ext cx="2587623" cy="3385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100" dirty="0"/>
              <a:t>icon-frame-pill-384x96-regular.svg</a:t>
            </a:r>
          </a:p>
          <a:p>
            <a:r>
              <a:rPr lang="en-US" sz="1100" dirty="0"/>
              <a:t>icon-frame-pill-384x96-filled.svg</a:t>
            </a: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412D6156-2C5C-0D54-3BA2-BCFB8F1A1671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93725" y="3494835"/>
            <a:ext cx="5273675" cy="139633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6166A9D-2FE1-CF90-84E4-8158B94236A4}"/>
              </a:ext>
            </a:extLst>
          </p:cNvPr>
          <p:cNvSpPr txBox="1"/>
          <p:nvPr/>
        </p:nvSpPr>
        <p:spPr>
          <a:xfrm>
            <a:off x="9860377" y="3429000"/>
            <a:ext cx="224272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The .</a:t>
            </a:r>
            <a:r>
              <a:rPr lang="en-US" sz="1100" dirty="0" err="1"/>
              <a:t>svg</a:t>
            </a:r>
            <a:r>
              <a:rPr lang="en-US" sz="1100" dirty="0"/>
              <a:t> file contains a header for traceability and serves as a prompt feedback loop (prompt versus agent work summary)</a:t>
            </a:r>
          </a:p>
          <a:p>
            <a:endParaRPr lang="en-US" sz="1100" dirty="0"/>
          </a:p>
          <a:p>
            <a:r>
              <a:rPr lang="en-US" sz="1100" dirty="0"/>
              <a:t>The DAX measure file contains  only the time of the original .</a:t>
            </a:r>
            <a:r>
              <a:rPr lang="en-US" sz="1100" dirty="0" err="1"/>
              <a:t>svg</a:t>
            </a:r>
            <a:r>
              <a:rPr lang="en-US" sz="1100" dirty="0"/>
              <a:t> file creation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1B5D738-0849-7DA3-7758-F7D1E7DDFC22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324602" y="3494835"/>
            <a:ext cx="3078572" cy="155176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09F2CD0-8267-F9C3-BC2C-1FA87C567D31}"/>
              </a:ext>
            </a:extLst>
          </p:cNvPr>
          <p:cNvSpPr txBox="1"/>
          <p:nvPr/>
        </p:nvSpPr>
        <p:spPr>
          <a:xfrm>
            <a:off x="9150350" y="463550"/>
            <a:ext cx="29527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Icons for statuses (table visuals),</a:t>
            </a:r>
            <a:r>
              <a:rPr lang="en-US" sz="1100" b="1" dirty="0"/>
              <a:t> </a:t>
            </a:r>
            <a:r>
              <a:rPr lang="en-US" sz="1100" dirty="0"/>
              <a:t>created with a custom </a:t>
            </a:r>
            <a:r>
              <a:rPr lang="en-US" sz="1100" dirty="0" err="1"/>
              <a:t>viewBox</a:t>
            </a:r>
            <a:r>
              <a:rPr lang="en-US" sz="1100" dirty="0"/>
              <a:t>, not the default resolution (96 x 96 </a:t>
            </a:r>
            <a:r>
              <a:rPr lang="en-US" sz="1100" dirty="0" err="1"/>
              <a:t>px</a:t>
            </a:r>
            <a:r>
              <a:rPr lang="en-US" sz="11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8060861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2247</TotalTime>
  <Words>122</Words>
  <Application>Microsoft Office PowerPoint</Application>
  <PresentationFormat>Widescreen</PresentationFormat>
  <Paragraphs>11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Gilbert Ciobanu</dc:creator>
  <cp:lastModifiedBy>Gilbert Ciobanu</cp:lastModifiedBy>
  <cp:revision>2</cp:revision>
  <dcterms:created xsi:type="dcterms:W3CDTF">2026-02-26T21:29:23Z</dcterms:created>
  <dcterms:modified xsi:type="dcterms:W3CDTF">2026-03-09T19:41:23Z</dcterms:modified>
</cp:coreProperties>
</file>